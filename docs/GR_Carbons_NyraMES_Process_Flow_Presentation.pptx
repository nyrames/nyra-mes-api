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</a:rPr>
              <a:t>GR CARBONS  ·  NYRA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Activated Carbon
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From supplier inward to kiln, post-activation, customer PO and dispatch.
Working copy — edit freely before the meeting.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What we will walk 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How the plant is modelled in Nyra MES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End-to-end material flow (one picture)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Raw Material — gate, lab, RMS, crusher, release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Execution — Activation (kiln) then Post-activation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Customer PO, In Stock, and Dispatch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Who uses which screens (Admin vs shop floor)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the application is organised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Left menu in Nyra MES — Activated Carbon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Dashboard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Kiln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Raw Material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Customer PO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Dispatch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Users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Customer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Supplier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Masters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3317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Materials &amp; steps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Machines &amp; kilns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Routing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Inbound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End-to-end plant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One chain — from the gate to the 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Gate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receipt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9919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2799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Inbound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prep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47591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0471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Release to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5263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8143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Kiln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42935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5815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Post-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90607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73487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 Stock &amp;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Dispatch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6060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157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3A6E"/>
                </a:solidFill>
                <a:latin typeface="Calibri"/>
              </a:rPr>
              <a:t>Shop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49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Plant users work with the inward order ORD-AC-* until release. They think in bags (RI / RO / KA / DS), not internal lot numbers.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404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502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3A6E"/>
                </a:solidFill>
                <a:latin typeface="Calibri"/>
              </a:rPr>
              <a:t>After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93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Execution starts at kiln feed. Load on Kiln A or Kiln B. Remaining activation and post-activation steps are tabs on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749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846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3A6E"/>
                </a:solidFill>
                <a:latin typeface="Calibri"/>
              </a:rPr>
              <a:t>Stock to 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138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Bags marked In Stock after destoning or post-activation become available on Customer PO and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uses which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Plant roles — keep this slide if you want to assign logins in the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3716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996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Users, Customer, Supplier. Dashboard only besides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0574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1854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Raw Material — gate, lab, bags, crusher, outward, release.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7432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8712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Execution — kiln feed, kiln output, destoning, kiln parameters.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 Activation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4290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5570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Execution — screening through finished goods.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1148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2428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Quality tabs on kiln feed, kiln output, destoning, post-activation.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48006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9286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Plant screens plus Customer PO, Dispatch, Reports.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864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D3A6E"/>
                </a:solidFill>
                <a:latin typeface="Calibri"/>
              </a:rPr>
              <a:t>nyraservices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5486400"/>
            <a:ext cx="864108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61441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Everything, including Masters and Routing Builder.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Raw Material — four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Screen: Raw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5448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 · Gate receipt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6974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Supplier inward at the dock.
DC number, supplier kg, our kg.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 · Inbound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6974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Lab → RMS inward → Crusher → RMS outward.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 ·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974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Release the inward order to production.
Then go to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 ·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6974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Read-only. Process dropdown,
charts, Excel. No 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Gate 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First capture — identity of the inward is ORD-AC-*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Supplier (from Admin → Supplier)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Raw material type (Coconut Shell)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DC number — required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Supplier weight (KG) — required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Our weight (KG) — this is received quantity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System creates the inward order ORD-AC-*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A production order and lot are created in the background for trace — not shown to the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5448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Operator sees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ORD-AC-1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PO-AC-*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LOT-AC-*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“Lot” on the floor =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RMS outward bags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Inbound prep — four steps after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Must be completed in this order on the same inward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2816352" cy="4709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508760"/>
            <a:ext cx="2816352" cy="11430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Lab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IN-LAB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834640"/>
            <a:ext cx="2523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Moisture %, dust %, AD.
Approve or Deny.
Deny needs remarks and stops this inward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508760"/>
            <a:ext cx="2816352" cy="4709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0128" y="1508760"/>
            <a:ext cx="2816352" cy="11430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RMS inward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IN-RMS-BAG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834640"/>
            <a:ext cx="2523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Bags RI_BAG_001…
Total bag KG must equal our weight from the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08760"/>
            <a:ext cx="2816352" cy="4709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1508760"/>
            <a:ext cx="2816352" cy="114300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Crusher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IN-CRUSHER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523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Feed RMS bags one by one.
Grade, dust %, moisture %, rotary.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508760"/>
            <a:ext cx="2816352" cy="4709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8864" y="1508760"/>
            <a:ext cx="2816352" cy="1143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4. RMS outward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IN-RM-OUT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834640"/>
            <a:ext cx="25237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Output bags RO_BAG_001…
Rotary A or B.
Grade + Unburnt + 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RMS outward — rotary 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Configured in Masters → Inbound settings (nyraservices)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Choose Rotary A or Rotary B for crusher output bags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That rotary needs a grade value, plus Unburnt and Stones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Rotary A typically: -20 1st Stage, Grade 1st stage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Rotary B typically: -20 2nd Stage, Grade 2nd stage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Kiln feed loads only rotary grades — Unburnt and Stones stay off the kiln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Release shows the RO_BAG_* details from this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Release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Raw Material tab 3 — then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Completing RMS outward auto-marks the inward so release can proceed (no separate RM QC screen)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Release allocates charcoal to production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Operator then opens Execution — kiln feed is first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Feasibility gate is not used on the floor (it redirects to Execution)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Lot routing is not a separate screen — Load on the kiln creates the work tabs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Execution —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Sidebar: Execution → Activation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Kiln 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7160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087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Load RO_BAG_* onto Kiln A or Kiln B.
Live load graph.
Quality on feed bags.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Kiln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33172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468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Output bags KA_DDMMYY_##### or KB_DDMMYY_#####.
Output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4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Destoning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2918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429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Creates DS_DDMMYY_#####.
Destination can be In Stock.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Kiln parameters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25196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3891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Hourly readings with timestamp.
Not lot-specific — a plant reading.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1208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21208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53492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Read-only activation report.
Process flow pane is hidden.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Execution — Post-activation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Sidebar: Execution → Post activation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Screening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SC_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9919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2799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De-dusting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DD_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47591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0471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Crushing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CR_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5263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8143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De-mag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DM_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42935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5815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Blending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BL_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90607" y="1847088"/>
            <a:ext cx="164592" cy="201168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73487" y="1554480"/>
            <a:ext cx="1783080" cy="777240"/>
          </a:xfrm>
          <a:prstGeom prst="roundRect">
            <a:avLst>
              <a:gd name="adj" fmla="val 8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Finished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goods FG_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06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Each station has live load and output bags dated DDMMYY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De-dusting and de-magnetisation output grade is Exklin only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Destination In Stock makes those bags available for Customer PO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Quality tab on post-activation; Reports tab is read-only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Process flow stays on the right pane — it is removed when Reports is open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Numbers the plant will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Each key has its own PostgreSQL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ORD-AC-*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Inward / shop 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08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508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RI_BAG_*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RMS inward bags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508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RO_BAG_*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RMS outward bags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08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KA_ / KB_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06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Kiln A / Kiln B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94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794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DS_*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Destoning bags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794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3794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SC_ DD_ CR_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DM_ BL_ FG_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892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Post-activation bags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794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3794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CUST_PO_*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92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Customer sales PO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379476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37947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DISP-AC-*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892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Dispatch document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Customer PO and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Finished carbon leaving the plant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Customer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Create CUST_PO_* against a customer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Available stock = destoning / post-activation bags with destination In Stock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Not leftover FG 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Ship against a customer PO — shown at the top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Pick In Stock bags (or oldest first)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Dispatch identity DISP-AC-*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Dashboard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Management view vs shop-floor capture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Dashboard tabs: Overview, Raw Material, Activation, Post-activation, Machine utilization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High-level KPIs: charcoal at dock, GC, plant yield, kiln yield, Exklin with / without stone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Machine counts come from Masters → Machines &amp; kilns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Section Reports (RM / Activation / Post-activation) are read-only — charts and Excel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Reports do not write shop-floor data and do not change the process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Admin vs Masters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Who is allowed to change plant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Admin  —  plant administrator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A6E"/>
                </a:solidFill>
                <a:latin typeface="Calibri"/>
              </a:rPr>
              <a:t>Masters  —  nyraservices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Users (create plant logins)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Customer (who you sell to)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Supplier (who delivers charcoal)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Materials &amp; process steps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Machines, kilns, routing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Kiln reading fields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Inbound rotary settings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Shop-floor rules worth stating in the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These are live in the application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Weights are KG. Moisture and dust are %. AD is a lab reading, not a weight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RMS inward bags have no grade; outward bags carry the rotary split as grade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Lab deny stops that inward only — other inwards continue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Do not click capture buttons twice; the screen stays locked until the save finishes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Process flow is on the right of Execution; it is hidden on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Suggested live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alibri"/>
              </a:rPr>
              <a:t>One receipt through to a dispatch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A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Nyra MES  ·  GR Carbons Activated Carbon  ·  Process flow  ·  Editable working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Admin: confirm supplier and customer exist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Raw Material: gate receipt → lab approve → RMS bags → crusher → RMS outward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Release to production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Execution Activation: load kiln → output bags → destoning (optional In Stock)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Execution Post-activation: screening → … → finished goods / In Stock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Customer PO against In Stock → Dispatch against that PO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Dashboard / Reports to show the same kg in management 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chain. One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Calibri"/>
              </a:rPr>
              <a:t>Supplier inward  →  kiln  →  post-activation  →  In Stock  →  customer.
Nyra MES keeps the shop-floor capture and the trace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